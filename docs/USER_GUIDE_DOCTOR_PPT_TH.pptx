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สวัสดีครับ/ค่ะ วันนี้นำเสนอคู่มือการใช้งาน คู่มือการใช้งาน — พอร์ทัลแพทย์และผู้ดูแลระบบ เวอร์ชัน 1.7.33 ทุกภาพหน้าจอมาจากการทดสอบ UI ที่ผ่านทั้งหมด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Portal เดียวรองรับแพทย์และผู้ดูแล แพทย์ดูเฉพาะผู้ป่วยของตน ผู้ดูแลจัดสรรแพทย์และอนุมัติระบบ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หน้าเข้าสู่ระบบแพทย์/ผู้ดูแล ในกลุ่ม A0. การเข้าสู่ระบบ. บัญชีแพทย์ต้องได้รับอนุมัติก่อน ขั้นตอนคือ: เปิด URL พอร์ทัลแพทย์ กรอกบัญชีที่ผู้ดูแลสร้างให้ เมื่อทำสำเร็จบนหน้าจอจะเห็นฟอร์มล็อกอิน Doctor Portal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ลงชื่อเข้าใช้ด้วย Google (แพทย์) ในกลุ่ม A0. การเข้าสู่ระบบ. สะดวกสำหรับแพทย์ที่ใช้ Gmail ขั้นตอนคือ: ใช้ Google หลังมีบัญชีในระบบ เมื่อทำสำเร็จบนหน้าจอจะเห็นปุ่ม Google บนหน้าแพทย์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แพทย์รออนุมัติจากผู้ดูแล ในกลุ่ม A0. การเข้าสู่ระบบ. แอดมินต้องกดอนุมัติในเมนูจัดการแพทย์ ขั้นตอนคือ: สมัครแพทย์ใหม่ ล็อกอินก่อนอนุมัติ เมื่อทำสำเร็จบนหน้าจอจะเห็นข้อความรอการอนุมัติ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แดชบอร์ดแพทย์ ในกลุ่ม A1. บทบาทแพทย์ — แดชบอร์ดและเมนู. ศูนย์กลางงานประจำวันของแพทย์ ขั้นตอนคือ: ล็อกอินบทบาท Doctor เมื่อทำสำเร็จบนหน้าจอจะเห็นKPI คิว นัดวันนี้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สถิติแดชบอร์ดแพทย์ ในกลุ่ม A1. บทบาทแพทย์ — แดชบอร์ดและเมนู. อัปเดตแบบเรียลไทม์ ขั้นตอนคือ: ตรวจการ์ด KPI เมื่อทำสำเร็จบนหน้าจอจะเห็นตัวเลขคิวและนัด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เมนูแพทย์ (Sidebar) ในกลุ่ม A1. บทบาทแพทย์ — แดชบอร์ดและเมนู. เมนูตามสิทธิ์ Doctor ขั้นตอนคือ: ดูเมนูซ้าย เมื่อทำสำเร็จบนหน้าจอจะเห็นHealth Meeting, Pool, Patients ฯลฯ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 (Group C) ในกลุ่ม A2. บทบาทแพทย์ — หน้าหลัก. Group C continuous flow ขั้นตอนคือ: นำทาง Dashboard เมื่อทำสำเร็จบนหน้าจอจะเห็นภาพรวมวันนี้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ตารางเวลาแพทย์ ในกลุ่ม A2. บทบาทแพทย์ — หน้าหลัก. จัดการเวลารับผู้ป่วย ขั้นตอนคือ: เปิด Schedule เมื่อทำสำเร็จบนหน้าจอจะเห็นช่วงเวลาว่าง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รายชื่อผู้ป่วย ในกลุ่ม A2. บทบาทแพทย์ — หน้าหลัก. เข้าเวชระเบียน ขั้นตอนคือ: เปิด Patients เมื่อทำสำเร็จบนหน้าจอจะเห็นค้นหาและรายการ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ในกลุ่ม A2. บทบาทแพทย์ — หน้าหลัก. เริ่มวิดีโอคอลจากที่นี่ ขั้นตอนคือ: เปิด Health Meeting เมื่อทำสำเร็จบนหน้าจอจะเห็นคิวและนัดวันนี้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Appointment Pool (แพทย์) ในกลุ่ม A2. บทบาทแพทย์ — หน้าหลัก. รับผู้ป่วยจาก Pool ขั้นตอนคือ: เปิด Pool เมื่อทำสำเร็จบนหน้าจอจะเห็นนัดรอรับ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เนื้อหาทางการแพทย์ ในกลุ่ม A2. บทบาทแพทย์ — หน้าหลัก. เผยแพร่ให้ผู้ป่วย ขั้นตอนคือ: เปิด Medical Content เมื่อทำสำเร็จบนหน้าจอจะเห็นบทความของแพทย์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ทรัพยากรคลินิก ในกลุ่ม A2. บทบาทแพทย์ — หน้าหลัก. อ้างอิงระหว่างรักษา ขั้นตอนคือ: เปิด Clinical Resources เมื่อทำสำเร็จบนหน้าจอจะเห็นไฟล์และแนวทาง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— มุมจองนัด ในกลุ่ม A3. นัดหมายและคิว. ติดตามนัดที่จอง ขั้นตอนคือ: หลังมีนัดใหม่ เมื่อทำสำเร็จบนหน้าจอจะเห็นแท็บคิว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หลังจองผู้ป่วย ในกลุ่ม A3. นัดหมายและคิว. รับหรือรอแอดมินจัดสรร ขั้นตอนคือ: ตรวจ Pool เมื่อทำสำเร็จบนหน้าจอจะเห็นนัด in_pool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ตารางเวลา — ช่วงรับ ในกลุ่ม A3. นัดหมายและคิว. กำหนดเวลาว่าง ขั้นตอนคือ: เปิด Schedule เมื่อทำสำเร็จบนหน้าจอจะเห็นTime slots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แก้ไขช่วงเวลา ในกลุ่ม A3. นัดหมายและคิว. ผู้ป่วยเห็นเวลาว่าง ขั้นตอนคือ: เพิ่ม/ลบ slot เมื่อทำสำเร็จบนหน้าจอจะเห็นปฏิทินรายสัปดาห์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แจ้งเตือนได้รับมอบหมายนัด ในกลุ่ม A3. นัดหมายและคิว. แพทย์รับผู้ป่วยทันที ขั้นตอนคือ: หลังแอดมินจัดสรร เมื่อทำสำเร็จบนหน้าจอจะเห็นการแจ้งเตือน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คิวหลังรับนัด ในกลุ่ม A3. นัดหมายและคิว. พร้อมเริ่มประชุม ขั้นตอนคือ: เปิดคิว เมื่อทำสำเร็จบนหน้าจอจะเห็นผู้ป่วยในคิว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ซิงค์จำนวนคิว ในกลุ่ม A3. นัดหมายและคิว. real-time sync ขั้นตอนคือ: ตรวจตัวเลข KPI เมื่อทำสำเร็จบนหน้าจอจะเห็นตรงกับแอดมิน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รายการนัดของแพทย์ ในกลุ่ม A3. นัดหมายและคิว. จัดการรายวัน ขั้นตอนคือ: ดูนัดทั้งหมด เมื่อทำสำเร็จบนหน้าจอจะเห็นรายการนัด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แดชบอร์ดโหลดครบ ในกลุ่ม A3. นัดหมายและคิว. ยืนยัน performance ขั้นตอนคือ: รีเฟรช เมื่อทำสำเร็จบนหน้าจอจะเห็นKPI โหลดแล้ว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การ์ด KPI ในกลุ่ม A3. นัดหมายและคิว. ตัดสินใจรับผู้ป่วย ขั้นตอนคือ: ดู KPI 4 ใบ เมื่อทำสำเร็จบนหน้าจอจะเห็นQueue Pending Today Completed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KPI ส่วนบน ในกลุ่ม A3. นัดหมายและคิว. รายละเอียด KPI ขั้นตอนคือ: เลื่อนดู เมื่อทำสำเร็จบนหน้าจอจะเห็นตัวเลขบน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KPI ส่วนกลาง ในกลุ่ม A3. นัดหมายและคิว. รายละเอียด KPI ขั้นตอนคือ: เลื่อนดู เมื่อทำสำเร็จบนหน้าจอจะเห็นตัวเลขกลาง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KPI ส่วนล่าง ในกลุ่ม A3. นัดหมายและคิว. รายละเอียด KPI ขั้นตอนคือ: เลื่อนดู เมื่อทำสำเร็จบนหน้าจอจะเห็นตัวเลขล่าง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รายชื่อผู้ป่วย (คลินิก) ในกลุ่ม A4. ผู้ป่วยและการรักษา. ค้นหาผู้ป่วย ขั้นตอนคือ: เปิด Patients เมื่อทำสำเร็จบนหน้าจอจะเห็นรายการ EMR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ค้นหาผู้ป่วย ในกลุ่ม A4. ผู้ป่วยและการรักษา. หาเร็วในคลินิก ขั้นตอนคือ: พิมพ์ชื่อ/รหัส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รายละเอียดผู้ป่วย ในกลุ่ม A4. ผู้ป่วยและการรักษา. ก่อน clinical action ขั้นตอนคือ: คลิกผู้ป่วย เมื่อทำสำเร็จบนหน้าจอจะเห็นข้อมูลประวัติ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การดำเนินการทางคลินิก ในกลุ่ม A4. ผู้ป่วยและการรักษา. จุดตัดสินใจรักษา ขั้นตอนคือ: เลือก action เมื่อทำสำเร็จบนหน้าจอจะเห็นRx, Lab, Meeting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— สร้างนัด ในกลุ่ม A4. ผู้ป่วยและการรักษา. เชื่อมวิดีโอคอล ขั้นตอนคือ: สร้างห้องประชุม เมื่อทำสำเร็จบนหน้าจอจะเห็นฟอร์มนัด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สร้างห้องประชุมสำเร็จ ในกลุ่ม A5. วิดีโอคอลและ Lobby. แชร์ให้ผู้ป่วย ขั้นตอนคือ: ยืนยันสร้างห้อง เมื่อทำสำเร็จบนหน้าจอจะเห็นลิงก์ประชุม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เส้นทางห้องประชุมแพทย์ ในกลุ่ม A5. วิดีโอคอลและ Lobby. เตรียมเข้าห้องประชุม ขั้นตอนคือ: เข้าห้อง เมื่อทำสำเร็จบนหน้าจอจะเห็นหน้า pre-join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ข้อตกลงก่อนเข้าห้อง (แพทย์) ในกลุ่ม A5. วิดีโอคอลและ Lobby. มาตรฐาน telemedicine ขั้นตอนคือ: ยอมรับข้อตกลง เมื่อทำสำเร็จบนหน้าจอจะเห็นหน้า agreement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พรี-จอยน์แพทย์ ในกลุ่ม A5. วิดีโอคอลและ Lobby. ก่อนเปิด lobby ขั้นตอนคือ: ตรวจอุปกรณ์ เมื่อทำสำเร็จบนหน้าจอจะเห็นกล้อง/ไมค์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Lobby — Admit ผู้ป่วย ในกลุ่ม A5. วิดีโอคอลและ Lobby. ควบคุมการเข้าห้อง ขั้นตอนคือ: กด Admit เมื่อทำสำเร็จบนหน้าจอจะเห็นรายชื่อรอ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ห้อง Jitsi (แพทย์) ในกลุ่ม A5. วิดีโอคอลและ Lobby. ปรึกษาผู้ป่วย ขั้นตอนคือ: หลัง admit เมื่อทำสำเร็จบนหน้าจอจะเห็นวิดีโอคอลจริง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คิวแพทย์ ในกลุ่ม A5. วิดีโอคอลและ Lobby. ลำดับการรับ ขั้นตอนคือ: ดูคิววันนี้ เมื่อทำสำเร็จบนหน้าจอจะเห็นรายการรอ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สร้างลิงก์เชิญ Guest ในกลุ่ม A5. วิดีโอคอลและ Lobby. ญาติเข้าร่วมได้ ขั้นตอนคือ: สร้าง invite เมื่อทำสำเร็จบนหน้าจอจะเห็นลิงก์ basic/token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Guest — Lobby Basic ในกลุ่ม A5. วิดีโอคอลและ Lobby. ลิงก์ทั่วไป ขั้นตอนคือ: ทดสอบลิงก์ basic เมื่อทำสำเร็จบนหน้าจอจะเห็นหน้า join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Guest — Lobby Token ในกลุ่ม A5. วิดีโอคอลและ Lobby. token ป้องกันคนแปลก ขั้นตอนคือ: ทดสอบลิงก์ token เมื่อทำสำเร็จบนหน้าจอจะเห็นหน้า join ปลอดภัย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Guest ได้รับอนุมัติ ในกลุ่ม A5. วิดีโอคอลและ Lobby. หลายผู้เข้าร่วม ขั้นตอนคือ: Admit guest เมื่อทำสำเร็จบนหน้าจอจะเห็นในห้องแล้ว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Admit ทุกคนในห้อง ในกลุ่ม A5. วิดีโอคอลและ Lobby. จบขั้นตอน lobby ขั้นตอนคือ: Admit all เมื่อทำสำเร็จบนหน้าจอจะเห็นทุกคนในประชุม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ผู้ป่วย — มุม PHR ในกลุ่ม A6. PHR และเวชระเบียน. เข้า PHR ขั้นตอนคือ: เปิด Patients เมื่อทำสำเร็จบนหน้าจอจะเห็นรายการ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ค้นหาเพื่อเปิด PHR ในกลุ่ม A6. PHR และเวชระเบียน. เลือกผู้ป่วย ขั้นตอนคือ: ค้นหา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 + PHR ในกลุ่ม A6. PHR และเวชระเบียน. อ่านก่อนรักษา ขั้นตอนคือ: เปิด detail เมื่อทำสำเร็จบนหน้าจอจะเห็นแท็บข้อมูล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ข้อมูลสุขภาพผู้ป่วย ในกลุ่ม A6. PHR และเวชระเบียน. sync จากผู้ป่วย ขั้นตอนคือ: ดู vitals/ยา เมื่อทำสำเร็จบนหน้าจอจะเห็นข้อมูลครบ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PHR มุมแพทย์ ในกลุ่ม A6. PHR และเวชระเบียน. บันทึกเพิ่มได้ ขั้นตอนคือ: เปิด PHR tab เมื่อทำสำเร็จบนหน้าจอจะเห็นมุมมองแพทย์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ผู้ป่วย (Group G) ในกลุ่ม A6. PHR และเวชระเบียน. cross-test ขั้นตอนคือ: ตรวจรายชื่อ เมื่อทำสำเร็จบนหน้าจอจะเห็นรายการ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เวชระเบียนผู้ป่วย ในกลุ่ม A6. PHR และเวชระเบียน. ข้อมูลรักษา ขั้นตอนคือ: เปิด record เมื่อทำสำเร็จบนหน้าจอจะเห็นEMR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รายการประชุมแพทย์ ในกลุ่ม A6. PHR และเวชระเบียน. ย้อนกลับประชุม ขั้นตอนคือ: ดู meetings เมื่อทำสำเร็จบนหน้าจอจะเห็นนัดออนไลน์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สร้างเนื้อหา — รายการ ในกลุ่ม A7. เนื้อหาและทรัพยากร. แพทย์เขียน ขั้นตอนคือ: Medical Content เมื่อทำสำเร็จบนหน้าจอจะเห็นรายการบทความ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ฟอร์มสร้างบทความ ในกลุ่ม A7. เนื้อหาและทรัพยากร. กรอกหัวข้อ ขั้นตอนคือ: กดสร้างใหม่ เมื่อทำสำเร็จบนหน้าจอจะเห็นฟอร์มว่าง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กรอกบทความครบ ในกลุ่ม A7. เนื้อหาและทรัพยากร. ส่งให้แอดมินอนุมัติ ขั้นตอนคือ: กรอกเนื้อหา เมื่อทำสำเร็จบนหน้าจอจะเห็นพร้อมเผยแพร่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กลับรายการบทความ ในกลุ่ม A7. เนื้อหาและทรัพยากร. จัดการเนื้อหา ขั้นตอนคือ: บันทึก/ยกเลิก เมื่อทำสำเร็จบนหน้าจอจะเห็นรายการอัปเดต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อ่านบทความ (แพทย์) ในกลุ่ม A7. เนื้อหาและทรัพยากร. ตรวจก่อนเผยแพร่ ขั้นตอนคือ: เปิดบทความ เมื่อทำสำเร็จบนหน้าจอจะเห็นตัวอย่าง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ทรัพยากรคลินิก ในกลุ่ม A7. เนื้อหาและทรัพยากร. แนวทางรักษา ขั้นตอนคือ: Clinical Resources เมื่อทำสำเร็จบนหน้าจอจะเห็นรายการไฟล์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รายละเอียดทรัพยากร ในกลุ่ม A7. เนื้อหาและทรัพยากร. อ้างอิงระหว่างรักษา ขั้นตอนคือ: คลิกไฟล์ เมื่อทำสำเร็จบนหน้าจอจะเห็นเนื้อหา/ลิงก์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จาก Group H ในกลุ่ม A7. เนื้อหาและทรัพยากร. รับผู้ป่วย ขั้นตอนคือ: ตรวจ Pool เมื่อทำสำเร็จบนหน้าจอจะเห็นนัดรอ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โปรไฟล์แพทย์ ในกลุ่ม A8. โปรไฟล์และแจ้งเตือน. แก้ไขตามสิทธิ์ ขั้นตอนคือ: เปิดโปรไฟล์ เมื่อทำสำเร็จบนหน้าจอจะเห็นข้อมูลแพทย์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แจ้งเตือนแพทย์ ในกลุ่ม A8. โปรไฟล์และแจ้งเตือน. ตอบสนองเร็ว ขั้นตอนคือ: กระดิ่งแจ้งเตือน เมื่อทำสำเร็จบนหน้าจอจะเห็นนัดใหม่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แดชบอร์ดผู้ดูแลระบบ ในกลุ่ม B1. บทบาทผู้ดูแล — ภาพรวม. มองภาพรวมระบบ ขั้นตอนคือ: ล็อกอิน Admin เมื่อทำสำเร็จบนหน้าจอจะเห็นKPI ทั้งองค์กร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เมนูผู้ดูแลระบบ ในกลุ่ม B1. บทบาทผู้ดูแล — ภาพรวม. สิทธิ์สูงกว่าแพทย์ ขั้นตอนคือ: ดูเมนู Admin เมื่อทำสำเร็จบนหน้าจอจะเห็นจัดการแพทย์ Pool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 Admin (C) ในกลุ่ม B2. บทบาทผู้ดูแล — หน้าหลัก. Group C flow ขั้นตอนคือ: Dashboard admin เมื่อทำสำเร็จบนหน้าจอจะเห็นสถิติรวม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ผู้ป่วยทั้งหมด (Admin) ในกลุ่ม B2. บทบาทผู้ดูแล — หน้าหลัก. ไม่จำกัดเฉพาะแพทย์ ขั้นตอนคือ: Admin Patients เมื่อทำสำเร็จบนหน้าจอจะเห็นทุกผู้ป่วย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ตารางองค์กร ในกลุ่ม B2. บทบาทผู้ดูแล — หน้าหลัก. จัดการภาพรวม ขั้นตอนคือ: Admin Schedule เมื่อทำสำเร็จบนหน้าจอจะเห็นตารางรวม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(Admin) ในกลุ่ม B2. บทบาทผู้ดูแล — หน้าหลัก. ดูทุกแพทย์ ขั้นตอนคือ: Admin Meeting เมื่อทำสำเร็จบนหน้าจอจะเห็นคิวทั้งระบบ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จัดการแพทย์ ในกลุ่ม B3. จัดการบุคลากร. เพิ่ม/แก้ไข ขั้นตอนคือ: Manage Doctors เมื่อทำสำเร็จบนหน้าจอจะเห็นรายชื่อแพทย์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อนุมัติแพทย์ใหม่ ในกลุ่ม B3. จัดการบุคลากร. เปิดใช้บัญชี ขั้นตอนคือ: อนุมัติ/ปฏิเสธ เมื่อทำสำเร็จบนหน้าจอจะเห็นสถานะ pending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อนุมัติเนื้อหา ในกลุ่ม B3. จัดการบุคลากร. เผยแพร่สู่ผู้ป่วย ขั้นตอนคือ: Admin Content เมื่อทำสำเร็จบนหน้าจอจะเห็นบทความรออนุมัติ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 (Admin) ในกลุ่ม B3. จัดการบุคลากร. มาตรฐานคลินิก ขั้นตอนคือ: Admin Resources เมื่อทำสำเร็จบนหน้าจอจะเห็นไฟล์องค์กร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 (Group I) ในกลุ่ม B3. จัดการบุคลากร. Group I tests ขั้นตอนคือ: I01 dashboard เมื่อทำสำเร็จบนหน้าจอจะเห็นภาพรวม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จัดการแพทย์ (I) ในกลุ่ม B3. จัดการบุคลากร. บำรุงรักษาบัญชี ขั้นตอนคือ: ค้นหาแพทย์ เมื่อทำสำเร็จบนหน้าจอจะเห็นรายการ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ค้นหาแพทย์ ในกลุ่ม B3. จัดการบุคลากร. หาเร็ว ขั้นตอนคือ: พิมพ์ชื่อ เมื่อทำสำเร็จบนหน้าจอจะเห็นผลค้นหา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ปุ่มอนุมัติ ในกลุ่ม B3. จัดการบุคลากร. ควบคุมคุณภาพ ขั้นตอนคือ: เลือกแพทย์ เมื่อทำสำเร็จบนหน้าจอจะเห็นApprove/Reject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หน้าอนุมัติแพทย์ ในกลุ่ม B3. จัดการบุคลากร. แพทย์ล็อกอินได้ ขั้นตอนคือ: ยืนยันอนุมัติ เมื่อทำสำเร็จบนหน้าจอจะเห็นสถานะ active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รายการรออนุมัติ ในกลุ่ม B3. จัดการบุคลากร. ดำเนินการทีละราย ขั้นตอนคือ: ดู pending เมื่อทำสำเร็จบนหน้าจอจะเห็นคิวรอ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แจ้งเตือน Pool (Admin) ในกลุ่ม B4. Appointment Pool และคิว. แอดมินรู้ทันที ขั้นตอนคือ: นัดใหม่เข้า Pool เมื่อทำสำเร็จบนหน้าจอจะเห็นการแจ้งเตือน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Health Meeting Admin ในกลุ่ม B4. Appointment Pool และคิว. จัดสรรแพทย์ ขั้นตอนคือ: Admin meeting เมื่อทำสำเร็จบนหน้าจอจะเห็นภาพรวมคิว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Appointment Pool (Admin) ในกลุ่ม B4. Appointment Pool และคิว. เลือกแพทย์ ขั้นตอนคือ: เปิด Pool เมื่อทำสำเร็จบนหน้าจอจะเห็นนัดรอจัดสรร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จัดสรรแพทย์แล้ว ในกลุ่ม B4. Appointment Pool และคิว. แพทย์ได้แจ้งเตือน ขั้นตอนคือ: เลือกแพทย์ กด Assign เมื่อทำสำเร็จบนหน้าจอจะเห็นแพทย์ที่มอบหมาย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หลังจัดสรร ในกลุ่ม B4. Appointment Pool และคิว. ติดตาม ขั้นตอนคือ: รีเฟรช Pool เมื่อทำสำเร็จบนหน้าจอจะเห็นสถานะอัปเดต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ซิงค์คิว Admin ในกลุ่ม B4. Appointment Pool และคิว. data sync ขั้นตอนคือ: ตรวจตัวเลข เมื่อทำสำเร็จบนหน้าจอจะเห็นตรงกับแพทย์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คิวหลังจัดสรร (Admin) ในกลุ่ม B4. Appointment Pool และคิว. พร้อมประชุม ขั้นตอนคือ: ดูคิว เมื่อทำสำเร็จบนหน้าจอจะเห็นผู้ป่วยในคิวแพทย์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คิวองค์กร (E) ในกลุ่ม B4. Appointment Pool และคิว. มุมมองรวม ขั้นตอนคือ: Admin queue E23 เมื่อทำสำเร็จบนหน้าจอจะเห็นทุกแพทย์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ตาราง Admin ในกลุ่ม B4. Appointment Pool และคิว. วางแผน ขั้นตอนคือ: Schedule admin เมื่อทำสำเร็จบนหน้าจอจะเห็นตารางรวม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Pool Admin (I) ในกลุ่ม B4. Appointment Pool และคิว. จัดสรร ขั้นตอนคือ: I09 pool เมื่อทำสำเร็จบนหน้าจอจะเห็นนัดรอ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เนื้อหา Admin ในกลุ่ม B5. เนื้อหาและทรัพยากร (Admin). เผยแพร่ ขั้นตอนคือ: อนุมัติบทความ เมื่อทำสำเร็จบนหน้าจอจะเห็นรายการรอ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ทรัพยากร Admin ในกลุ่ม B5. เนื้อหาและทรัพยากร (Admin). มาตรฐาน ขั้นตอนคือ: จัดการไฟล์ เมื่อทำสำเร็จบนหน้าจอจะเห็นทรัพยากรองค์กร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จัดการ Pool — workflow ในกลุ่ม B6. เวิร์กโฟลว์ครบวงจร. lifecycle นัด ขั้นตอนคือ: WF10 เมื่อทำสำเร็จบนหน้าจอจะเห็นหน้าจัดการ Pool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นัดยืนยัน — workflow ในกลุ่ม B6. เวิร์กโฟลว์ครบวงจร. พร้อมประชุม ขั้นตอนคือ: WF11 เมื่อทำสำเร็จบนหน้าจอจะเห็นconfirmed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คิว Health Meeting ในกลุ่ม B6. เวิร์กโฟลว์ครบวงจร. เริ่มวิดีโอ ขั้นตอนคือ: WF12 เมื่อทำสำเร็จบนหน้าจอจะเห็นคิวประชุม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ต่อไปคือ แดชบอร์ดหลังล็อกอิน (WF) ในกลุ่ม B6. เวิร์กโฟลว์ครบวงจร. เริ่มงาน ขั้นตอนคือ: WF09 เมื่อทำสำเร็จบนหน้าจอจะเห็นเข้าสู่ระบบสำเร็จ เอกสาร Word ใช้ TH Sarabun New 16 pt สไลด์ใช้ FC Iconic อ้างอิงกระบวนการใน Processes/Pages และ UI test ที่ผ่านแล้ว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defRPr sz="1600" b="0">
                <a:latin typeface="FC Iconic"/>
              </a:defRPr>
            </a:pPr>
            <a:r>
              <a:t>สรุปคู่มือ คู่มือการใช้งาน — พอร์ทัลแพทย์และผู้ดูแลระบบ ครบ 93 ขั้นตอนพร้อมภาพจาก UI tests ขอบคุณครับ/ค่ะ มีคำถามเพิ่มเติมไหมครับ/คะ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ชื่อเรื่อง — Isara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Isara Anywhere</a:t>
            </a:r>
            <a:br/>
            <a:r>
              <a:t>Doctor &amp; Admin Portal</a:t>
            </a:r>
            <a:br/>
            <a:r>
              <a:t>v1.7.33 | 24 พฤษภาคม 2569</a:t>
            </a:r>
            <a:br/>
            <a:r>
              <a:t>แบบอักษร FC Iconic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ตารางภาพรวมระบบ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0">
                <a:latin typeface="FC Iconic"/>
              </a:defRPr>
            </a:pPr>
            <a:r>
              <a:t>URL: https://izara-doctor-portal-dev-testing-724889190329.asia-southeast1.run.app</a:t>
            </a:r>
          </a:p>
          <a:p>
            <a:pPr>
              <a:defRPr sz="1800" b="0">
                <a:latin typeface="FC Iconic"/>
              </a:defRPr>
            </a:pPr>
            <a:r>
              <a:t>สไลด์มีภาพจาก UI tests: 93 รายการ</a:t>
            </a:r>
          </a:p>
          <a:p>
            <a:pPr>
              <a:defRPr sz="1800" b="0">
                <a:latin typeface="FC Iconic"/>
              </a:defRPr>
            </a:pPr>
            <a:r>
              <a:t>รูปแบบ: หนึ่งภาพต่อหนึ่งสไลด์ + คำอธิบายขั้นตอน</a:t>
            </a:r>
          </a:p>
          <a:p>
            <a:pPr>
              <a:defRPr sz="1800" b="0">
                <a:latin typeface="FC Iconic"/>
              </a:defRPr>
            </a:pPr>
            <a:r>
              <a:t>อ้างอิง Processes/ และ GATE0 workflows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หน้าเข้าสู่ระบบแพทย์/ผู้ดูแล</a:t>
            </a:r>
          </a:p>
        </p:txBody>
      </p:sp>
      <p:pic>
        <p:nvPicPr>
          <p:cNvPr id="3" name="Picture 2" descr="WF08-doctor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6560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URL พอร์ทัลแพทย์</a:t>
            </a:r>
          </a:p>
          <a:p>
            <a:pPr>
              <a:defRPr sz="1600" b="0">
                <a:latin typeface="FC Iconic"/>
              </a:defRPr>
            </a:pPr>
            <a:r>
              <a:t>2. กรอกบัญชีที่ผู้ดูแลสร้างให้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ลงชื่อเข้าใช้ด้วย Google (แพทย์)</a:t>
            </a:r>
          </a:p>
        </p:txBody>
      </p:sp>
      <p:pic>
        <p:nvPicPr>
          <p:cNvPr id="3" name="Picture 2" descr="doctor-login-with-goo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ใช้ Google หลังมีบัญชีในระบบ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แพทย์รออนุมัติจากผู้ดูแล</a:t>
            </a:r>
          </a:p>
        </p:txBody>
      </p:sp>
      <p:pic>
        <p:nvPicPr>
          <p:cNvPr id="3" name="Picture 2" descr="sso-doctor-pending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สมัครแพทย์ใหม่</a:t>
            </a:r>
          </a:p>
          <a:p>
            <a:pPr>
              <a:defRPr sz="1600" b="0">
                <a:latin typeface="FC Iconic"/>
              </a:defRPr>
            </a:pPr>
            <a:r>
              <a:t>2. ล็อกอินก่อนอนุมัติ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แดชบอร์ดแพทย์</a:t>
            </a:r>
          </a:p>
        </p:txBody>
      </p:sp>
      <p:pic>
        <p:nvPicPr>
          <p:cNvPr id="3" name="Picture 2" descr="A01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ล็อกอินบทบาท Doctor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สถิติแดชบอร์ดแพทย์</a:t>
            </a:r>
          </a:p>
        </p:txBody>
      </p:sp>
      <p:pic>
        <p:nvPicPr>
          <p:cNvPr id="3" name="Picture 2" descr="A01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ตรวจการ์ด KPI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เมนูแพทย์ (Sidebar)</a:t>
            </a:r>
          </a:p>
        </p:txBody>
      </p:sp>
      <p:pic>
        <p:nvPicPr>
          <p:cNvPr id="3" name="Picture 2" descr="A01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ดูเมนูซ้าย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 (Group C)</a:t>
            </a:r>
          </a:p>
        </p:txBody>
      </p:sp>
      <p:pic>
        <p:nvPicPr>
          <p:cNvPr id="3" name="Picture 2" descr="C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นำทาง Dashboard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ตารางเวลาแพทย์</a:t>
            </a:r>
          </a:p>
        </p:txBody>
      </p:sp>
      <p:pic>
        <p:nvPicPr>
          <p:cNvPr id="3" name="Picture 2" descr="C0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Schedule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รายชื่อผู้ป่วย</a:t>
            </a:r>
          </a:p>
        </p:txBody>
      </p:sp>
      <p:pic>
        <p:nvPicPr>
          <p:cNvPr id="3" name="Picture 2" descr="C03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Patients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</a:t>
            </a:r>
          </a:p>
        </p:txBody>
      </p:sp>
      <p:pic>
        <p:nvPicPr>
          <p:cNvPr id="3" name="Picture 2" descr="C04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Health Meeting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Appointment Pool (แพทย์)</a:t>
            </a:r>
          </a:p>
        </p:txBody>
      </p:sp>
      <p:pic>
        <p:nvPicPr>
          <p:cNvPr id="3" name="Picture 2" descr="C05-appoint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Pool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เนื้อหาทางการแพทย์</a:t>
            </a:r>
          </a:p>
        </p:txBody>
      </p:sp>
      <p:pic>
        <p:nvPicPr>
          <p:cNvPr id="3" name="Picture 2" descr="C07-medical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Medical Content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ทรัพยากรคลินิก</a:t>
            </a:r>
          </a:p>
        </p:txBody>
      </p:sp>
      <p:pic>
        <p:nvPicPr>
          <p:cNvPr id="3" name="Picture 2" descr="C08-clinical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Clinical Resources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— มุมจองนัด</a:t>
            </a:r>
          </a:p>
        </p:txBody>
      </p:sp>
      <p:pic>
        <p:nvPicPr>
          <p:cNvPr id="3" name="Picture 2" descr="D09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20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หลังมีนัดใหม่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หลังจองผู้ป่วย</a:t>
            </a:r>
          </a:p>
        </p:txBody>
      </p:sp>
      <p:pic>
        <p:nvPicPr>
          <p:cNvPr id="3" name="Picture 2" descr="D11-appoint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 Pool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ตารางเวลา — ช่วงรับ</a:t>
            </a:r>
          </a:p>
        </p:txBody>
      </p:sp>
      <p:pic>
        <p:nvPicPr>
          <p:cNvPr id="3" name="Picture 2" descr="D1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Schedule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แก้ไขช่วงเวลา</a:t>
            </a:r>
          </a:p>
        </p:txBody>
      </p:sp>
      <p:pic>
        <p:nvPicPr>
          <p:cNvPr id="3" name="Picture 2" descr="D1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เพิ่ม/ลบ slot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แจ้งเตือนได้รับมอบหมายนัด</a:t>
            </a:r>
          </a:p>
        </p:txBody>
      </p:sp>
      <p:pic>
        <p:nvPicPr>
          <p:cNvPr id="3" name="Picture 2" descr="D12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หลังแอดมินจัดสรร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คิวหลังรับนัด</a:t>
            </a:r>
          </a:p>
        </p:txBody>
      </p:sp>
      <p:pic>
        <p:nvPicPr>
          <p:cNvPr id="3" name="Picture 2" descr="D16b-doctor-queue-as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20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เปิดคิว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ซิงค์จำนวนคิว</a:t>
            </a:r>
          </a:p>
        </p:txBody>
      </p:sp>
      <p:pic>
        <p:nvPicPr>
          <p:cNvPr id="3" name="Picture 2" descr="D16b-doctor-queue-assig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2045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ตรวจตัวเลข KPI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รายการนัดของแพทย์</a:t>
            </a:r>
          </a:p>
        </p:txBody>
      </p:sp>
      <p:pic>
        <p:nvPicPr>
          <p:cNvPr id="3" name="Picture 2" descr="D19-doctor-appoint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ดูนัดทั้งหมด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แดชบอร์ดโหลดครบ</a:t>
            </a:r>
          </a:p>
        </p:txBody>
      </p:sp>
      <p:pic>
        <p:nvPicPr>
          <p:cNvPr id="3" name="Picture 2" descr="D20-dashboard-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รีเฟรช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การ์ด KPI</a:t>
            </a:r>
          </a:p>
        </p:txBody>
      </p:sp>
      <p:pic>
        <p:nvPicPr>
          <p:cNvPr id="3" name="Picture 2" descr="D20-dashboard-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KPI 4 ใบ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KPI ส่วนบน</a:t>
            </a:r>
          </a:p>
        </p:txBody>
      </p:sp>
      <p:pic>
        <p:nvPicPr>
          <p:cNvPr id="3" name="Picture 2" descr="D20-dashboard-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KPI ส่วนกลาง</a:t>
            </a:r>
          </a:p>
        </p:txBody>
      </p:sp>
      <p:pic>
        <p:nvPicPr>
          <p:cNvPr id="3" name="Picture 2" descr="D22-kpi-mid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KPI ส่วนล่าง</a:t>
            </a:r>
          </a:p>
        </p:txBody>
      </p:sp>
      <p:pic>
        <p:nvPicPr>
          <p:cNvPr id="3" name="Picture 2" descr="D22-kpi-bott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118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เลื่อนดู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รายชื่อผู้ป่วย (คลินิก)</a:t>
            </a:r>
          </a:p>
        </p:txBody>
      </p:sp>
      <p:pic>
        <p:nvPicPr>
          <p:cNvPr id="3" name="Picture 2" descr="E04-patients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Patients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ค้นหาผู้ป่วย</a:t>
            </a:r>
          </a:p>
        </p:txBody>
      </p:sp>
      <p:pic>
        <p:nvPicPr>
          <p:cNvPr id="3" name="Picture 2" descr="E05-search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พิมพ์ชื่อ/รหัส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รายละเอียดผู้ป่วย</a:t>
            </a:r>
          </a:p>
        </p:txBody>
      </p:sp>
      <p:pic>
        <p:nvPicPr>
          <p:cNvPr id="3" name="Picture 2" descr="E06-pat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คลิกผู้ป่วย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การดำเนินการทางคลินิก</a:t>
            </a:r>
          </a:p>
        </p:txBody>
      </p:sp>
      <p:pic>
        <p:nvPicPr>
          <p:cNvPr id="3" name="Picture 2" descr="E07-clinical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 action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— สร้างนัด</a:t>
            </a:r>
          </a:p>
        </p:txBody>
      </p:sp>
      <p:pic>
        <p:nvPicPr>
          <p:cNvPr id="3" name="Picture 2" descr="E08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663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สร้างห้องประชุม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สร้างห้องประชุมสำเร็จ</a:t>
            </a:r>
          </a:p>
        </p:txBody>
      </p:sp>
      <p:pic>
        <p:nvPicPr>
          <p:cNvPr id="3" name="Picture 2" descr="E08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663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ยืนยันสร้างห้อง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เส้นทางห้องประชุมแพทย์</a:t>
            </a:r>
          </a:p>
        </p:txBody>
      </p:sp>
      <p:pic>
        <p:nvPicPr>
          <p:cNvPr id="3" name="Picture 2" descr="E10b-doctor-meeting-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เข้าห้อง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ข้อตกลงก่อนเข้าห้อง (แพทย์)</a:t>
            </a:r>
          </a:p>
        </p:txBody>
      </p:sp>
      <p:pic>
        <p:nvPicPr>
          <p:cNvPr id="3" name="Picture 2" descr="WF14a-doctor-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ยอมรับข้อตกลง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พรี-จอยน์แพทย์</a:t>
            </a:r>
          </a:p>
        </p:txBody>
      </p:sp>
      <p:pic>
        <p:nvPicPr>
          <p:cNvPr id="3" name="Picture 2" descr="WF14b-doctor-pre-jo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ตรวจอุปกรณ์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Lobby — Admit ผู้ป่วย</a:t>
            </a:r>
          </a:p>
        </p:txBody>
      </p:sp>
      <p:pic>
        <p:nvPicPr>
          <p:cNvPr id="3" name="Picture 2" descr="E10c3-doctor-lobby-ad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 Admit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ห้อง Jitsi (แพทย์)</a:t>
            </a:r>
          </a:p>
        </p:txBody>
      </p:sp>
      <p:pic>
        <p:nvPicPr>
          <p:cNvPr id="3" name="Picture 2" descr="E10c-jitsi-doctor-m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หลัง admit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คิวแพทย์</a:t>
            </a:r>
          </a:p>
        </p:txBody>
      </p:sp>
      <p:pic>
        <p:nvPicPr>
          <p:cNvPr id="3" name="Picture 2" descr="E18-doctor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ดูคิววันนี้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สร้างลิงก์เชิญ Guest</a:t>
            </a:r>
          </a:p>
        </p:txBody>
      </p:sp>
      <p:pic>
        <p:nvPicPr>
          <p:cNvPr id="3" name="Picture 2" descr="E19-guest-invite-crea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สร้าง invite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Guest — Lobby Basic</a:t>
            </a:r>
          </a:p>
        </p:txBody>
      </p:sp>
      <p:pic>
        <p:nvPicPr>
          <p:cNvPr id="3" name="Picture 2" descr="E21-lobby-join-ba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ทดสอบลิงก์ basic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Guest — Lobby Token</a:t>
            </a:r>
          </a:p>
        </p:txBody>
      </p:sp>
      <p:pic>
        <p:nvPicPr>
          <p:cNvPr id="3" name="Picture 2" descr="E22-lobby-join-tok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ทดสอบลิงก์ token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Guest ได้รับอนุมัติ</a:t>
            </a:r>
          </a:p>
        </p:txBody>
      </p:sp>
      <p:pic>
        <p:nvPicPr>
          <p:cNvPr id="3" name="Picture 2" descr="E22b-guest-admit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Admit guest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Admit ทุกคนในห้อง</a:t>
            </a:r>
          </a:p>
        </p:txBody>
      </p:sp>
      <p:pic>
        <p:nvPicPr>
          <p:cNvPr id="3" name="Picture 2" descr="E31-lobby-all-admit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Admit all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ผู้ป่วย — มุม PHR</a:t>
            </a:r>
          </a:p>
        </p:txBody>
      </p:sp>
      <p:pic>
        <p:nvPicPr>
          <p:cNvPr id="3" name="Picture 2" descr="F10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Patients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ค้นหาเพื่อเปิด PHR</a:t>
            </a:r>
          </a:p>
        </p:txBody>
      </p:sp>
      <p:pic>
        <p:nvPicPr>
          <p:cNvPr id="3" name="Picture 2" descr="F11-search-pat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ค้นหา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 + PHR</a:t>
            </a:r>
          </a:p>
        </p:txBody>
      </p:sp>
      <p:pic>
        <p:nvPicPr>
          <p:cNvPr id="3" name="Picture 2" descr="F12-pat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detail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ข้อมูลสุขภาพผู้ป่วย</a:t>
            </a:r>
          </a:p>
        </p:txBody>
      </p:sp>
      <p:pic>
        <p:nvPicPr>
          <p:cNvPr id="3" name="Picture 2" descr="F12-patient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vitals/ยา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PHR มุมแพทย์</a:t>
            </a:r>
          </a:p>
        </p:txBody>
      </p:sp>
      <p:pic>
        <p:nvPicPr>
          <p:cNvPr id="3" name="Picture 2" descr="F15-doctor-patient-ph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PHR tab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ผู้ป่วย (Group G)</a:t>
            </a:r>
          </a:p>
        </p:txBody>
      </p:sp>
      <p:pic>
        <p:nvPicPr>
          <p:cNvPr id="3" name="Picture 2" descr="C03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ตรวจรายชื่อ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เวชระเบียนผู้ป่วย</a:t>
            </a:r>
          </a:p>
        </p:txBody>
      </p:sp>
      <p:pic>
        <p:nvPicPr>
          <p:cNvPr id="3" name="Picture 2" descr="G11-patient-reco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record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รายการประชุมแพทย์</a:t>
            </a:r>
          </a:p>
        </p:txBody>
      </p:sp>
      <p:pic>
        <p:nvPicPr>
          <p:cNvPr id="3" name="Picture 2" descr="C04-health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meetings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สร้างเนื้อหา — รายการ</a:t>
            </a:r>
          </a:p>
        </p:txBody>
      </p:sp>
      <p:pic>
        <p:nvPicPr>
          <p:cNvPr id="3" name="Picture 2" descr="C07-medical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Medical Content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ฟอร์มสร้างบทความ</a:t>
            </a:r>
          </a:p>
        </p:txBody>
      </p:sp>
      <p:pic>
        <p:nvPicPr>
          <p:cNvPr id="3" name="Picture 2" descr="H02-create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กดสร้างใหม่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กรอกบทความครบ</a:t>
            </a:r>
          </a:p>
        </p:txBody>
      </p:sp>
      <p:pic>
        <p:nvPicPr>
          <p:cNvPr id="3" name="Picture 2" descr="H03-form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กรอกเนื้อหา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กลับรายการบทความ</a:t>
            </a:r>
          </a:p>
        </p:txBody>
      </p:sp>
      <p:pic>
        <p:nvPicPr>
          <p:cNvPr id="3" name="Picture 2" descr="H04-back-to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บันทึก/ยกเลิก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อ่านบทความ (แพทย์)</a:t>
            </a:r>
          </a:p>
        </p:txBody>
      </p:sp>
      <p:pic>
        <p:nvPicPr>
          <p:cNvPr id="3" name="Picture 2" descr="H05-articl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2047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เปิดบทความ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ทรัพยากรคลินิก</a:t>
            </a:r>
          </a:p>
        </p:txBody>
      </p:sp>
      <p:pic>
        <p:nvPicPr>
          <p:cNvPr id="3" name="Picture 2" descr="C08-clinical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Clinical Resources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รายละเอียดทรัพยากร</a:t>
            </a:r>
          </a:p>
        </p:txBody>
      </p:sp>
      <p:pic>
        <p:nvPicPr>
          <p:cNvPr id="3" name="Picture 2" descr="H07-resour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คลิกไฟล์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จาก Group H</a:t>
            </a:r>
          </a:p>
        </p:txBody>
      </p:sp>
      <p:pic>
        <p:nvPicPr>
          <p:cNvPr id="3" name="Picture 2" descr="C05-appoint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 Pool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โปรไฟล์แพทย์</a:t>
            </a:r>
          </a:p>
        </p:txBody>
      </p:sp>
      <p:pic>
        <p:nvPicPr>
          <p:cNvPr id="3" name="Picture 2" descr="I12-doctor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เปิดโปรไฟล์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แจ้งเตือนแพทย์</a:t>
            </a:r>
          </a:p>
        </p:txBody>
      </p:sp>
      <p:pic>
        <p:nvPicPr>
          <p:cNvPr id="3" name="Picture 2" descr="WF12b-doctor-notific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กระดิ่งแจ้งเตือน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แดชบอร์ดผู้ดูแลระบบ</a:t>
            </a:r>
          </a:p>
        </p:txBody>
      </p:sp>
      <p:pic>
        <p:nvPicPr>
          <p:cNvPr id="3" name="Picture 2" descr="A01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ล็อกอิน Admin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เมนูผู้ดูแลระบบ</a:t>
            </a:r>
          </a:p>
        </p:txBody>
      </p:sp>
      <p:pic>
        <p:nvPicPr>
          <p:cNvPr id="3" name="Picture 2" descr="A01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92991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ดูเมนู Admin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 Admin (C)</a:t>
            </a:r>
          </a:p>
        </p:txBody>
      </p:sp>
      <p:pic>
        <p:nvPicPr>
          <p:cNvPr id="3" name="Picture 2" descr="C09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291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Dashboard admin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ผู้ป่วยทั้งหมด (Admin)</a:t>
            </a:r>
          </a:p>
        </p:txBody>
      </p:sp>
      <p:pic>
        <p:nvPicPr>
          <p:cNvPr id="3" name="Picture 2" descr="C10-admin-pat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Patients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ตารางองค์กร</a:t>
            </a:r>
          </a:p>
        </p:txBody>
      </p:sp>
      <p:pic>
        <p:nvPicPr>
          <p:cNvPr id="3" name="Picture 2" descr="C11-admin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Schedule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(Admin)</a:t>
            </a:r>
          </a:p>
        </p:txBody>
      </p:sp>
      <p:pic>
        <p:nvPicPr>
          <p:cNvPr id="3" name="Picture 2" descr="C12-admin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Meeting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จัดการแพทย์</a:t>
            </a:r>
          </a:p>
        </p:txBody>
      </p:sp>
      <p:pic>
        <p:nvPicPr>
          <p:cNvPr id="3" name="Picture 2" descr="C13-manage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56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Manage Doctors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อนุมัติแพทย์ใหม่</a:t>
            </a:r>
          </a:p>
        </p:txBody>
      </p:sp>
      <p:pic>
        <p:nvPicPr>
          <p:cNvPr id="3" name="Picture 2" descr="C14-docto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อนุมัติ/ปฏิเสธ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อนุมัติเนื้อหา</a:t>
            </a:r>
          </a:p>
        </p:txBody>
      </p:sp>
      <p:pic>
        <p:nvPicPr>
          <p:cNvPr id="3" name="Picture 2" descr="C15-admin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Content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 (Admin)</a:t>
            </a:r>
          </a:p>
        </p:txBody>
      </p:sp>
      <p:pic>
        <p:nvPicPr>
          <p:cNvPr id="3" name="Picture 2" descr="C16-admin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Resources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 (Group I)</a:t>
            </a:r>
          </a:p>
        </p:txBody>
      </p:sp>
      <p:pic>
        <p:nvPicPr>
          <p:cNvPr id="3" name="Picture 2" descr="C09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291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I01 dashboard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จัดการแพทย์ (I)</a:t>
            </a:r>
          </a:p>
        </p:txBody>
      </p:sp>
      <p:pic>
        <p:nvPicPr>
          <p:cNvPr id="3" name="Picture 2" descr="C13-manage-do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456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ค้นหาแพทย์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ค้นหาแพทย์</a:t>
            </a:r>
          </a:p>
        </p:txBody>
      </p:sp>
      <p:pic>
        <p:nvPicPr>
          <p:cNvPr id="3" name="Picture 2" descr="I03-search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พิมพ์ชื่อ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ปุ่มอนุมัติ</a:t>
            </a:r>
          </a:p>
        </p:txBody>
      </p:sp>
      <p:pic>
        <p:nvPicPr>
          <p:cNvPr id="3" name="Picture 2" descr="I03-search-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เลือกแพทย์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หน้าอนุมัติแพทย์</a:t>
            </a:r>
          </a:p>
        </p:txBody>
      </p:sp>
      <p:pic>
        <p:nvPicPr>
          <p:cNvPr id="3" name="Picture 2" descr="C14-docto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ยืนยันอนุมัติ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รายการรออนุมัติ</a:t>
            </a:r>
          </a:p>
        </p:txBody>
      </p:sp>
      <p:pic>
        <p:nvPicPr>
          <p:cNvPr id="3" name="Picture 2" descr="C14-doctor-appro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 pending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แจ้งเตือน Pool (Admin)</a:t>
            </a:r>
          </a:p>
        </p:txBody>
      </p:sp>
      <p:pic>
        <p:nvPicPr>
          <p:cNvPr id="3" name="Picture 2" descr="D07b-admin-pool-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02913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นัดใหม่เข้า Pool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Health Meeting Admin</a:t>
            </a:r>
          </a:p>
        </p:txBody>
      </p:sp>
      <p:pic>
        <p:nvPicPr>
          <p:cNvPr id="3" name="Picture 2" descr="D14-admin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362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meeting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Appointment Pool (Admin)</a:t>
            </a:r>
          </a:p>
        </p:txBody>
      </p:sp>
      <p:pic>
        <p:nvPicPr>
          <p:cNvPr id="3" name="Picture 2" descr="D15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370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เปิด Pool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จัดสรรแพทย์แล้ว</a:t>
            </a:r>
          </a:p>
        </p:txBody>
      </p:sp>
      <p:pic>
        <p:nvPicPr>
          <p:cNvPr id="3" name="Picture 2" descr="D15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370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เลือกแพทย์</a:t>
            </a:r>
          </a:p>
          <a:p>
            <a:pPr>
              <a:defRPr sz="1600" b="0">
                <a:latin typeface="FC Iconic"/>
              </a:defRPr>
            </a:pPr>
            <a:r>
              <a:t>2. กด Assign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หลังจัดสรร</a:t>
            </a:r>
          </a:p>
        </p:txBody>
      </p:sp>
      <p:pic>
        <p:nvPicPr>
          <p:cNvPr id="3" name="Picture 2" descr="D15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3700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รีเฟรช Pool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ซิงค์คิว Admin</a:t>
            </a:r>
          </a:p>
        </p:txBody>
      </p:sp>
      <p:pic>
        <p:nvPicPr>
          <p:cNvPr id="3" name="Picture 2" descr="D16d-admin-queue-count-sy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82362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ตรวจตัวเลข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คิวหลังจัดสรร (Admin)</a:t>
            </a:r>
          </a:p>
        </p:txBody>
      </p:sp>
      <p:pic>
        <p:nvPicPr>
          <p:cNvPr id="3" name="Picture 2" descr="D17-admin-queue-post-as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ดูคิว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คิวองค์กร (E)</a:t>
            </a:r>
          </a:p>
        </p:txBody>
      </p:sp>
      <p:pic>
        <p:nvPicPr>
          <p:cNvPr id="3" name="Picture 2" descr="E23-admin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Admin queue E23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ตาราง Admin</a:t>
            </a:r>
          </a:p>
        </p:txBody>
      </p:sp>
      <p:pic>
        <p:nvPicPr>
          <p:cNvPr id="3" name="Picture 2" descr="C11-admin-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Schedule admin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Pool Admin (I)</a:t>
            </a:r>
          </a:p>
        </p:txBody>
      </p:sp>
      <p:pic>
        <p:nvPicPr>
          <p:cNvPr id="3" name="Picture 2" descr="I09-admin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I09 pool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เนื้อหา Admin</a:t>
            </a:r>
          </a:p>
        </p:txBody>
      </p:sp>
      <p:pic>
        <p:nvPicPr>
          <p:cNvPr id="3" name="Picture 2" descr="C15-admin-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40865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อนุมัติบทความ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ทรัพยากร Admin</a:t>
            </a:r>
          </a:p>
        </p:txBody>
      </p:sp>
      <p:pic>
        <p:nvPicPr>
          <p:cNvPr id="3" name="Picture 2" descr="C16-admin-re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7480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จัดการไฟล์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จัดการ Pool — workflow</a:t>
            </a:r>
          </a:p>
        </p:txBody>
      </p:sp>
      <p:pic>
        <p:nvPicPr>
          <p:cNvPr id="3" name="Picture 2" descr="WF10-appointment-management-p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WF10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นัดยืนยัน — workflow</a:t>
            </a:r>
          </a:p>
        </p:txBody>
      </p:sp>
      <p:pic>
        <p:nvPicPr>
          <p:cNvPr id="3" name="Picture 2" descr="WF11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WF11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คิว Health Meeting</a:t>
            </a:r>
          </a:p>
        </p:txBody>
      </p:sp>
      <p:pic>
        <p:nvPicPr>
          <p:cNvPr id="3" name="Picture 2" descr="WF11-appointment-confir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7086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WF12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แดชบอร์ดหลังล็อกอิน (WF)</a:t>
            </a:r>
          </a:p>
        </p:txBody>
      </p:sp>
      <p:pic>
        <p:nvPicPr>
          <p:cNvPr id="3" name="Picture 2" descr="WF09-doc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38560" cy="124645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5989320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latin typeface="FC Iconic"/>
              </a:defRPr>
            </a:pPr>
            <a:r>
              <a:t>1. WF09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latin typeface="FC Iconic"/>
              </a:defRPr>
            </a:pPr>
            <a:r>
              <a:t>สรุปและ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