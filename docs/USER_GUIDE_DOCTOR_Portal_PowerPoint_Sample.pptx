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571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สวัสดีครับ/ค่ะ วันนี้นำเสนอคู่มือการใช้งาน คู่มือการใช้งาน — พอร์ทัลแพทย์และผู้ดูแลระบบ เวอร์ชัน 1.7.15 ทุกภาพหน้าจอมาจากการทดสอบ UI ที่ผ่านทั้งหมด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บัญชีแพทย์ต้องได้รับอนุมัติก่อน บนหน้าจอจะเห็นฟอร์มล็อกอิน Doctor Portal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สะดวกสำหรับแพทย์ที่ใช้ Gmail บนหน้าจอจะเห็นปุ่ม Google บนหน้าแพทย์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แอดมินต้องกดอนุมัติในเมนูจัดการแพทย์ บนหน้าจอจะเห็นข้อความรอการอนุมัติ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ศูนย์กลางงานประจำวันของแพทย์ บนหน้าจอจะเห็นKPI คิว นัดวันนี้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อัปเดตแบบเรียลไทม์ บนหน้าจอจะเห็นตัวเลขคิวและนัด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เมนูตามสิทธิ์ Doctor บนหน้าจอจะเห็นHealth Meeting, Pool, Patients ฯลฯ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Group C continuous flow บนหน้าจอจะเห็นภาพรวมวันนี้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จัดการเวลารับผู้ป่วย บนหน้าจอจะเห็นช่วงเวลาว่าง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เข้าเวชระเบียน บนหน้าจอจะเห็นค้นหาและรายการ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เริ่มวิดีโอคอลจากที่นี่ บนหน้าจอจะเห็นคิวและนัดวันนี้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รับผู้ป่วยจาก Pool บนหน้าจอจะเห็นนัดรอรับ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เผยแพร่ให้ผู้ป่วย บนหน้าจอจะเห็นบทความของแพทย์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อ้างอิงระหว่างรักษา บนหน้าจอจะเห็นไฟล์และแนวทาง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ติดตามนัดที่จอง บนหน้าจอจะเห็นแท็บคิว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รับหรือรอแอดมินจัดสรร บนหน้าจอจะเห็นนัด in_pool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กำหนดเวลาว่าง บนหน้าจอจะเห็นTime slots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ผู้ป่วยเห็นเวลาว่าง บนหน้าจอจะเห็นปฏิทินรายสัปดาห์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แพทย์รับผู้ป่วยทันที บนหน้าจอจะเห็นการแจ้งเตือน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พร้อมเริ่มประชุม บนหน้าจอจะเห็นผู้ป่วยในคิว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real-time sync บนหน้าจอจะเห็นตรงกับแอดมิน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จัดการรายวัน บนหน้าจอจะเห็นรายการนัด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ยืนยัน performance บนหน้าจอจะเห็นKPI โหลดแล้ว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ตัดสินใจรับผู้ป่วย บนหน้าจอจะเห็นQueue Pending Today Completed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รายละเอียด KPI บนหน้าจอจะเห็นตัวเลขบน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รายละเอียด KPI บนหน้าจอจะเห็นตัวเลขกลาง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รายละเอียด KPI บนหน้าจอจะเห็นตัวเลขล่าง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ค้นหาผู้ป่วย บนหน้าจอจะเห็นรายการ EMR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หาเร็วในคลินิก บนหน้าจอจะเห็นผลค้นหา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ก่อน clinical action บนหน้าจอจะเห็นข้อมูลประวัติ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จุดตัดสินใจรักษา บนหน้าจอจะเห็นRx, Lab,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เชื่อมวิดีโอคอล บนหน้าจอจะเห็นฟอร์มนัด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แชร์ให้ผู้ป่วย บนหน้าจอจะเห็นลิงก์ประชุม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เตรียมเข้าห้องประชุม บนหน้าจอจะเห็นหน้า pre-join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มาตรฐาน telemedicine บนหน้าจอจะเห็นหน้า agreement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ก่อนเปิด lobby บนหน้าจอจะเห็นกล้อง/ไมค์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ควบคุมการเข้าห้อง บนหน้าจอจะเห็นรายชื่อรอ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ปรึกษาผู้ป่วย บนหน้าจอจะเห็นวิดีโอคอลจริง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ลำดับการรับ บนหน้าจอจะเห็นรายการรอ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ญาติเข้าร่วมได้ บนหน้าจอจะเห็นลิงก์ basic/token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ลิงก์ทั่วไป บนหน้าจอจะเห็นหน้า 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token ป้องกันคนแปลก บนหน้าจอจะเห็นหน้า join ปลอดภัย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หลายผู้เข้าร่วม บนหน้าจอจะเห็นในห้องแล้ว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จบขั้นตอน lobby บนหน้าจอจะเห็นทุกคนในประชุม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เข้า PHR บนหน้าจอจะเห็นรายการ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เลือกผู้ป่วย บนหน้าจอจะเห็นผลค้นหา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อ่านก่อนรักษา บนหน้าจอจะเห็นแท็บข้อมูล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sync จากผู้ป่วย บนหน้าจอจะเห็นข้อมูลครบ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บันทึกเพิ่มได้ บนหน้าจอจะเห็นมุมมองแพทย์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cross-test บนหน้าจอจะเห็นรายการ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ข้อมูลรักษา บนหน้าจอจะเห็นEMR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ย้อนกลับประชุม บนหน้าจอจะเห็นนัดออนไลน์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แพทย์เขียน บนหน้าจอจะเห็นรายการบทความ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กรอกหัวข้อ บนหน้าจอจะเห็นฟอร์มว่าง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ส่งให้แอดมินอนุมัติ บนหน้าจอจะเห็นพร้อมเผยแพร่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จัดการเนื้อหา บนหน้าจอจะเห็นรายการอัปเดต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ตรวจก่อนเผยแพร่ บนหน้าจอจะเห็นตัวอย่าง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แนวทางรักษา บนหน้าจอจะเห็นรายการไฟล์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อ้างอิงระหว่างรักษา บนหน้าจอจะเห็นเนื้อหา/ลิงก์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รับผู้ป่วย บนหน้าจอจะเห็นนัดรอ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แก้ไขตามสิทธิ์ บนหน้าจอจะเห็นข้อมูลแพทย์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ตอบสนองเร็ว บนหน้าจอจะเห็นนัดใหม่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มองภาพรวมระบบ บนหน้าจอจะเห็นKPI ทั้งองค์กร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สิทธิ์สูงกว่าแพทย์ บนหน้าจอจะเห็นจัดการแพทย์ Pool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Group C flow บนหน้าจอจะเห็นสถิติรวม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ไม่จำกัดเฉพาะแพทย์ บนหน้าจอจะเห็นทุกผู้ป่วย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จัดการภาพรวม บนหน้าจอจะเห็นตารางรวม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ดูทุกแพทย์ บนหน้าจอจะเห็นคิวทั้งระบบ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เพิ่ม/แก้ไข บนหน้าจอจะเห็นรายชื่อแพทย์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เปิดใช้บัญชี บนหน้าจอจะเห็นสถานะ pending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เผยแพร่สู่ผู้ป่วย บนหน้าจอจะเห็นบทความรออนุมัติ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มาตรฐานคลินิก บนหน้าจอจะเห็นไฟล์องค์กร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Group I tests บนหน้าจอจะเห็นภาพรวม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บำรุงรักษาบัญชี บนหน้าจอจะเห็นรายการ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หาเร็ว บนหน้าจอจะเห็นผลค้นหา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ควบคุมคุณภาพ บนหน้าจอจะเห็นApprove/Reject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แพทย์ล็อกอินได้ บนหน้าจอจะเห็นสถานะ active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ดำเนินการทีละราย บนหน้าจอจะเห็นคิวรอ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แอดมินรู้ทันที บนหน้าจอจะเห็นการแจ้งเตือน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จัดสรรแพทย์ บนหน้าจอจะเห็นภาพรวมคิว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เลือกแพทย์ บนหน้าจอจะเห็นนัดรอจัดสรร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แพทย์ได้แจ้งเตือน บนหน้าจอจะเห็นแพทย์ที่มอบหมาย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ติดตาม บนหน้าจอจะเห็นสถานะอัปเดต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sync บนหน้าจอจะเห็นตรงกับแพทย์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พร้อมประชุม บนหน้าจอจะเห็นผู้ป่วยในคิวแพทย์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มุมมองรวม บนหน้าจอจะเห็นทุกแพทย์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วางแผน บนหน้าจอจะเห็นตารางรวม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จัดสรร บนหน้าจอจะเห็นนัดรอ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เผยแพร่ บนหน้าจอจะเห็นรายการรอ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มาตรฐาน บนหน้าจอจะเห็นทรัพยากรองค์กร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lifecycle นัด บนหน้าจอจะเห็นหน้าจัดการ Pool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พร้อมประชุม บนหน้าจอจะเห็นconfirmed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เริ่มวิดีโอ บนหน้าจอจะเห็นคิวประชุม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เริ่มงาน บนหน้าจอจะเห็นเข้าสู่ระบบสำเร็จ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ชื่อเรื่อง — Isara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Isara Anywhere</a:t>
            </a:r>
            <a:br/>
            <a:r>
              <a:t>Doctor &amp; Admin Portal</a:t>
            </a:r>
            <a:br/>
            <a:r>
              <a:t>v1.7.15 | 22 พฤษภาคม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หน้าเข้าสู่ระบบแพทย์/ผู้ดูแล</a:t>
            </a:r>
          </a:p>
        </p:txBody>
      </p:sp>
      <p:pic>
        <p:nvPicPr>
          <p:cNvPr id="3" name="Picture 2" descr="WF08-doctor-login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6560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ลงชื่อเข้าใช้ด้วย Google (แพทย์)</a:t>
            </a:r>
          </a:p>
        </p:txBody>
      </p:sp>
      <p:pic>
        <p:nvPicPr>
          <p:cNvPr id="3" name="Picture 2" descr="doctor-login-with-goo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แพทย์รออนุมัติจากผู้ดูแล</a:t>
            </a:r>
          </a:p>
        </p:txBody>
      </p:sp>
      <p:pic>
        <p:nvPicPr>
          <p:cNvPr id="3" name="Picture 2" descr="sso-doctor-pending-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แดชบอร์ดแพทย์</a:t>
            </a:r>
          </a:p>
        </p:txBody>
      </p:sp>
      <p:pic>
        <p:nvPicPr>
          <p:cNvPr id="3" name="Picture 2" descr="A01-docto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สถิติแดชบอร์ดแพทย์</a:t>
            </a:r>
          </a:p>
        </p:txBody>
      </p:sp>
      <p:pic>
        <p:nvPicPr>
          <p:cNvPr id="3" name="Picture 2" descr="A01-docto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เมนูแพทย์ (Sidebar)</a:t>
            </a:r>
          </a:p>
        </p:txBody>
      </p:sp>
      <p:pic>
        <p:nvPicPr>
          <p:cNvPr id="3" name="Picture 2" descr="A01-docto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แดชบอร์ด (Group C)</a:t>
            </a:r>
          </a:p>
        </p:txBody>
      </p:sp>
      <p:pic>
        <p:nvPicPr>
          <p:cNvPr id="3" name="Picture 2" descr="C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ตารางเวลาแพทย์</a:t>
            </a:r>
          </a:p>
        </p:txBody>
      </p:sp>
      <p:pic>
        <p:nvPicPr>
          <p:cNvPr id="3" name="Picture 2" descr="C02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รายชื่อผู้ป่วย</a:t>
            </a:r>
          </a:p>
        </p:txBody>
      </p:sp>
      <p:pic>
        <p:nvPicPr>
          <p:cNvPr id="3" name="Picture 2" descr="C03-pat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Health Meeting</a:t>
            </a:r>
          </a:p>
        </p:txBody>
      </p:sp>
      <p:pic>
        <p:nvPicPr>
          <p:cNvPr id="3" name="Picture 2" descr="C04-health-me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30078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Appointment Pool (แพทย์)</a:t>
            </a:r>
          </a:p>
        </p:txBody>
      </p:sp>
      <p:pic>
        <p:nvPicPr>
          <p:cNvPr id="3" name="Picture 2" descr="C05-appointment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เนื้อหาทางการแพทย์</a:t>
            </a:r>
          </a:p>
        </p:txBody>
      </p:sp>
      <p:pic>
        <p:nvPicPr>
          <p:cNvPr id="3" name="Picture 2" descr="C07-medical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40865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ทรัพยากรคลินิก</a:t>
            </a:r>
          </a:p>
        </p:txBody>
      </p:sp>
      <p:pic>
        <p:nvPicPr>
          <p:cNvPr id="3" name="Picture 2" descr="C08-clinical-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7480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Health Meeting — มุมจองนัด</a:t>
            </a:r>
          </a:p>
        </p:txBody>
      </p:sp>
      <p:pic>
        <p:nvPicPr>
          <p:cNvPr id="3" name="Picture 2" descr="D09-health-me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7795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Pool หลังจองผู้ป่วย</a:t>
            </a:r>
          </a:p>
        </p:txBody>
      </p:sp>
      <p:pic>
        <p:nvPicPr>
          <p:cNvPr id="3" name="Picture 2" descr="C05-appointment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ตารางเวลา — ช่วงรับ</a:t>
            </a:r>
          </a:p>
        </p:txBody>
      </p:sp>
      <p:pic>
        <p:nvPicPr>
          <p:cNvPr id="3" name="Picture 2" descr="D12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แก้ไขช่วงเวลา</a:t>
            </a:r>
          </a:p>
        </p:txBody>
      </p:sp>
      <p:pic>
        <p:nvPicPr>
          <p:cNvPr id="3" name="Picture 2" descr="D12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แจ้งเตือนได้รับมอบหมายนัด</a:t>
            </a:r>
          </a:p>
        </p:txBody>
      </p:sp>
      <p:pic>
        <p:nvPicPr>
          <p:cNvPr id="3" name="Picture 2" descr="C02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คิวหลังรับนัด</a:t>
            </a:r>
          </a:p>
        </p:txBody>
      </p:sp>
      <p:pic>
        <p:nvPicPr>
          <p:cNvPr id="3" name="Picture 2" descr="D16b-doctor-queue-assig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7795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ซิงค์จำนวนคิว</a:t>
            </a:r>
          </a:p>
        </p:txBody>
      </p:sp>
      <p:pic>
        <p:nvPicPr>
          <p:cNvPr id="3" name="Picture 2" descr="D16b-doctor-queue-assig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7795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รายการนัดของแพทย์</a:t>
            </a:r>
          </a:p>
        </p:txBody>
      </p:sp>
      <p:pic>
        <p:nvPicPr>
          <p:cNvPr id="3" name="Picture 2" descr="D19-doctor-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54015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แดชบอร์ดโหลดครบ</a:t>
            </a:r>
          </a:p>
        </p:txBody>
      </p:sp>
      <p:pic>
        <p:nvPicPr>
          <p:cNvPr id="3" name="Picture 2" descr="D20-dashboard-lo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24960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การ์ด KPI</a:t>
            </a:r>
          </a:p>
        </p:txBody>
      </p:sp>
      <p:pic>
        <p:nvPicPr>
          <p:cNvPr id="3" name="Picture 2" descr="D20-dashboard-lo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24960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KPI ส่วนบน</a:t>
            </a:r>
          </a:p>
        </p:txBody>
      </p:sp>
      <p:pic>
        <p:nvPicPr>
          <p:cNvPr id="3" name="Picture 2" descr="D20-dashboard-lo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24960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KPI ส่วนกลาง</a:t>
            </a:r>
          </a:p>
        </p:txBody>
      </p:sp>
      <p:pic>
        <p:nvPicPr>
          <p:cNvPr id="3" name="Picture 2" descr="D22-kpi-mid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249603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KPI ส่วนล่าง</a:t>
            </a:r>
          </a:p>
        </p:txBody>
      </p:sp>
      <p:pic>
        <p:nvPicPr>
          <p:cNvPr id="3" name="Picture 2" descr="D22-kpi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24960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รายชื่อผู้ป่วย (คลินิก)</a:t>
            </a:r>
          </a:p>
        </p:txBody>
      </p:sp>
      <p:pic>
        <p:nvPicPr>
          <p:cNvPr id="3" name="Picture 2" descr="E04-patient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ค้นหาผู้ป่วย</a:t>
            </a:r>
          </a:p>
        </p:txBody>
      </p:sp>
      <p:pic>
        <p:nvPicPr>
          <p:cNvPr id="3" name="Picture 2" descr="E05-search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รายละเอียดผู้ป่วย</a:t>
            </a:r>
          </a:p>
        </p:txBody>
      </p:sp>
      <p:pic>
        <p:nvPicPr>
          <p:cNvPr id="3" name="Picture 2" descr="E06-patie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การดำเนินการทางคลินิก</a:t>
            </a:r>
          </a:p>
        </p:txBody>
      </p:sp>
      <p:pic>
        <p:nvPicPr>
          <p:cNvPr id="3" name="Picture 2" descr="E06-patie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Health Meeting — สร้างนัด</a:t>
            </a:r>
          </a:p>
        </p:txBody>
      </p:sp>
      <p:pic>
        <p:nvPicPr>
          <p:cNvPr id="3" name="Picture 2" descr="D19-doctor-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540154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สร้างห้องประชุมสำเร็จ</a:t>
            </a:r>
          </a:p>
        </p:txBody>
      </p:sp>
      <p:pic>
        <p:nvPicPr>
          <p:cNvPr id="3" name="Picture 2" descr="D19-doctor-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54015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เส้นทางห้องประชุมแพทย์</a:t>
            </a:r>
          </a:p>
        </p:txBody>
      </p:sp>
      <p:pic>
        <p:nvPicPr>
          <p:cNvPr id="3" name="Picture 2" descr="E10b-doctor-meeting-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ข้อตกลงก่อนเข้าห้อง (แพทย์)</a:t>
            </a:r>
          </a:p>
        </p:txBody>
      </p:sp>
      <p:pic>
        <p:nvPicPr>
          <p:cNvPr id="3" name="Picture 2" descr="WF14a-doctor-agre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54015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พรี-จอยน์แพทย์</a:t>
            </a:r>
          </a:p>
        </p:txBody>
      </p:sp>
      <p:pic>
        <p:nvPicPr>
          <p:cNvPr id="3" name="Picture 2" descr="WF14a-doctor-agre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54015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Lobby — Admit ผู้ป่วย</a:t>
            </a:r>
          </a:p>
        </p:txBody>
      </p:sp>
      <p:pic>
        <p:nvPicPr>
          <p:cNvPr id="3" name="Picture 2" descr="E10c3-doctor-lobby-ad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ห้อง Jitsi (แพทย์)</a:t>
            </a:r>
          </a:p>
        </p:txBody>
      </p:sp>
      <p:pic>
        <p:nvPicPr>
          <p:cNvPr id="3" name="Picture 2" descr="E10c-jitsi-doctor-m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คิวแพทย์</a:t>
            </a:r>
          </a:p>
        </p:txBody>
      </p:sp>
      <p:pic>
        <p:nvPicPr>
          <p:cNvPr id="3" name="Picture 2" descr="E18-doctor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สร้างลิงก์เชิญ Guest</a:t>
            </a:r>
          </a:p>
        </p:txBody>
      </p:sp>
      <p:pic>
        <p:nvPicPr>
          <p:cNvPr id="3" name="Picture 2" descr="E18-doctor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Guest — Lobby Basic</a:t>
            </a:r>
          </a:p>
        </p:txBody>
      </p:sp>
      <p:pic>
        <p:nvPicPr>
          <p:cNvPr id="3" name="Picture 2" descr="E21-lobby-join-ba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Guest — Lobby Token</a:t>
            </a:r>
          </a:p>
        </p:txBody>
      </p:sp>
      <p:pic>
        <p:nvPicPr>
          <p:cNvPr id="3" name="Picture 2" descr="E22-lobby-join-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Guest ได้รับอนุมัติ</a:t>
            </a:r>
          </a:p>
        </p:txBody>
      </p:sp>
      <p:pic>
        <p:nvPicPr>
          <p:cNvPr id="3" name="Picture 2" descr="E18-doctor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Admit ทุกคนในห้อง</a:t>
            </a:r>
          </a:p>
        </p:txBody>
      </p:sp>
      <p:pic>
        <p:nvPicPr>
          <p:cNvPr id="3" name="Picture 2" descr="E18-doctor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ผู้ป่วย — มุม PHR</a:t>
            </a:r>
          </a:p>
        </p:txBody>
      </p:sp>
      <p:pic>
        <p:nvPicPr>
          <p:cNvPr id="3" name="Picture 2" descr="E04-patient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ค้นหาเพื่อเปิด PHR</a:t>
            </a:r>
          </a:p>
        </p:txBody>
      </p:sp>
      <p:pic>
        <p:nvPicPr>
          <p:cNvPr id="3" name="Picture 2" descr="E05-search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รายละเอียด + PHR</a:t>
            </a:r>
          </a:p>
        </p:txBody>
      </p:sp>
      <p:pic>
        <p:nvPicPr>
          <p:cNvPr id="3" name="Picture 2" descr="E06-patie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ข้อมูลสุขภาพผู้ป่วย</a:t>
            </a:r>
          </a:p>
        </p:txBody>
      </p:sp>
      <p:pic>
        <p:nvPicPr>
          <p:cNvPr id="3" name="Picture 2" descr="E06-patie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PHR มุมแพทย์</a:t>
            </a:r>
          </a:p>
        </p:txBody>
      </p:sp>
      <p:pic>
        <p:nvPicPr>
          <p:cNvPr id="3" name="Picture 2" descr="E06-patie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ผู้ป่วย (Group G)</a:t>
            </a:r>
          </a:p>
        </p:txBody>
      </p:sp>
      <p:pic>
        <p:nvPicPr>
          <p:cNvPr id="3" name="Picture 2" descr="C03-pat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เวชระเบียนผู้ป่วย</a:t>
            </a:r>
          </a:p>
        </p:txBody>
      </p:sp>
      <p:pic>
        <p:nvPicPr>
          <p:cNvPr id="3" name="Picture 2" descr="C03-pat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รายการประชุมแพทย์</a:t>
            </a:r>
          </a:p>
        </p:txBody>
      </p:sp>
      <p:pic>
        <p:nvPicPr>
          <p:cNvPr id="3" name="Picture 2" descr="G12-mee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300784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สร้างเนื้อหา — รายการ</a:t>
            </a:r>
          </a:p>
        </p:txBody>
      </p:sp>
      <p:pic>
        <p:nvPicPr>
          <p:cNvPr id="3" name="Picture 2" descr="H01-medical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408658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ฟอร์มสร้างบทความ</a:t>
            </a:r>
          </a:p>
        </p:txBody>
      </p:sp>
      <p:pic>
        <p:nvPicPr>
          <p:cNvPr id="3" name="Picture 2" descr="H02-create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408658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กรอกบทความครบ</a:t>
            </a:r>
          </a:p>
        </p:txBody>
      </p:sp>
      <p:pic>
        <p:nvPicPr>
          <p:cNvPr id="3" name="Picture 2" descr="H03-form-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กลับรายการบทความ</a:t>
            </a:r>
          </a:p>
        </p:txBody>
      </p:sp>
      <p:pic>
        <p:nvPicPr>
          <p:cNvPr id="3" name="Picture 2" descr="H04-back-to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อ่านบทความ (แพทย์)</a:t>
            </a:r>
          </a:p>
        </p:txBody>
      </p:sp>
      <p:pic>
        <p:nvPicPr>
          <p:cNvPr id="3" name="Picture 2" descr="H05-articl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20471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ทรัพยากรคลินิก</a:t>
            </a:r>
          </a:p>
        </p:txBody>
      </p:sp>
      <p:pic>
        <p:nvPicPr>
          <p:cNvPr id="3" name="Picture 2" descr="C08-clinical-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74801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รายละเอียดทรัพยากร</a:t>
            </a:r>
          </a:p>
        </p:txBody>
      </p:sp>
      <p:pic>
        <p:nvPicPr>
          <p:cNvPr id="3" name="Picture 2" descr="H07-resourc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Pool จาก Group H</a:t>
            </a:r>
          </a:p>
        </p:txBody>
      </p:sp>
      <p:pic>
        <p:nvPicPr>
          <p:cNvPr id="3" name="Picture 2" descr="C05-appointment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โปรไฟล์แพทย์</a:t>
            </a:r>
          </a:p>
        </p:txBody>
      </p:sp>
      <p:pic>
        <p:nvPicPr>
          <p:cNvPr id="3" name="Picture 2" descr="I12-doctor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แจ้งเตือนแพทย์</a:t>
            </a:r>
          </a:p>
        </p:txBody>
      </p:sp>
      <p:pic>
        <p:nvPicPr>
          <p:cNvPr id="3" name="Picture 2" descr="WF12b-doctor-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249603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แดชบอร์ดผู้ดูแลระบบ</a:t>
            </a:r>
          </a:p>
        </p:txBody>
      </p:sp>
      <p:pic>
        <p:nvPicPr>
          <p:cNvPr id="3" name="Picture 2" descr="A01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เมนูผู้ดูแลระบบ</a:t>
            </a:r>
          </a:p>
        </p:txBody>
      </p:sp>
      <p:pic>
        <p:nvPicPr>
          <p:cNvPr id="3" name="Picture 2" descr="A01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แดชบอร์ด Admin (C)</a:t>
            </a:r>
          </a:p>
        </p:txBody>
      </p:sp>
      <p:pic>
        <p:nvPicPr>
          <p:cNvPr id="3" name="Picture 2" descr="A01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ผู้ป่วยทั้งหมด (Admin)</a:t>
            </a:r>
          </a:p>
        </p:txBody>
      </p:sp>
      <p:pic>
        <p:nvPicPr>
          <p:cNvPr id="3" name="Picture 2" descr="C10-admin-pat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ตารางองค์กร</a:t>
            </a:r>
          </a:p>
        </p:txBody>
      </p:sp>
      <p:pic>
        <p:nvPicPr>
          <p:cNvPr id="3" name="Picture 2" descr="C11-admin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Health Meeting (Admin)</a:t>
            </a:r>
          </a:p>
        </p:txBody>
      </p:sp>
      <p:pic>
        <p:nvPicPr>
          <p:cNvPr id="3" name="Picture 2" descr="C12-admin-me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302359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จัดการแพทย์</a:t>
            </a:r>
          </a:p>
        </p:txBody>
      </p:sp>
      <p:pic>
        <p:nvPicPr>
          <p:cNvPr id="3" name="Picture 2" descr="C13-manage-do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845667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อนุมัติแพทย์ใหม่</a:t>
            </a:r>
          </a:p>
        </p:txBody>
      </p:sp>
      <p:pic>
        <p:nvPicPr>
          <p:cNvPr id="3" name="Picture 2" descr="C14-doctor-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อนุมัติเนื้อหา</a:t>
            </a:r>
          </a:p>
        </p:txBody>
      </p:sp>
      <p:pic>
        <p:nvPicPr>
          <p:cNvPr id="3" name="Picture 2" descr="C15-admin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408658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ทรัพยากร (Admin)</a:t>
            </a:r>
          </a:p>
        </p:txBody>
      </p:sp>
      <p:pic>
        <p:nvPicPr>
          <p:cNvPr id="3" name="Picture 2" descr="C16-admin-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74801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แดชบอร์ด (Group I)</a:t>
            </a:r>
          </a:p>
        </p:txBody>
      </p:sp>
      <p:pic>
        <p:nvPicPr>
          <p:cNvPr id="3" name="Picture 2" descr="I01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จัดการแพทย์ (I)</a:t>
            </a:r>
          </a:p>
        </p:txBody>
      </p:sp>
      <p:pic>
        <p:nvPicPr>
          <p:cNvPr id="3" name="Picture 2" descr="I02-manage-do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845667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ค้นหาแพทย์</a:t>
            </a:r>
          </a:p>
        </p:txBody>
      </p:sp>
      <p:pic>
        <p:nvPicPr>
          <p:cNvPr id="3" name="Picture 2" descr="I03-search-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ปุ่มอนุมัติ</a:t>
            </a:r>
          </a:p>
        </p:txBody>
      </p:sp>
      <p:pic>
        <p:nvPicPr>
          <p:cNvPr id="3" name="Picture 2" descr="I03-search-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หน้าอนุมัติแพทย์</a:t>
            </a:r>
          </a:p>
        </p:txBody>
      </p:sp>
      <p:pic>
        <p:nvPicPr>
          <p:cNvPr id="3" name="Picture 2" descr="I06-doctor-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รายการรออนุมัติ</a:t>
            </a:r>
          </a:p>
        </p:txBody>
      </p:sp>
      <p:pic>
        <p:nvPicPr>
          <p:cNvPr id="3" name="Picture 2" descr="I06-doctor-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แจ้งเตือน Pool (Admin)</a:t>
            </a:r>
          </a:p>
        </p:txBody>
      </p:sp>
      <p:pic>
        <p:nvPicPr>
          <p:cNvPr id="3" name="Picture 2" descr="D07b-admin-pool-not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101572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Health Meeting Admin</a:t>
            </a:r>
          </a:p>
        </p:txBody>
      </p:sp>
      <p:pic>
        <p:nvPicPr>
          <p:cNvPr id="3" name="Picture 2" descr="D14-admin-mee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781098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Appointment Pool (Admin)</a:t>
            </a:r>
          </a:p>
        </p:txBody>
      </p:sp>
      <p:pic>
        <p:nvPicPr>
          <p:cNvPr id="3" name="Picture 2" descr="D15-admin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9244056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จัดสรรแพทย์แล้ว</a:t>
            </a:r>
          </a:p>
        </p:txBody>
      </p:sp>
      <p:pic>
        <p:nvPicPr>
          <p:cNvPr id="3" name="Picture 2" descr="D15-admin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9244056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Pool หลังจัดสรร</a:t>
            </a:r>
          </a:p>
        </p:txBody>
      </p:sp>
      <p:pic>
        <p:nvPicPr>
          <p:cNvPr id="3" name="Picture 2" descr="D15-admin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924405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ซิงค์คิว Admin</a:t>
            </a:r>
          </a:p>
        </p:txBody>
      </p:sp>
      <p:pic>
        <p:nvPicPr>
          <p:cNvPr id="3" name="Picture 2" descr="D16d-admin-queue-count-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781098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คิวหลังจัดสรร (Admin)</a:t>
            </a:r>
          </a:p>
        </p:txBody>
      </p:sp>
      <p:pic>
        <p:nvPicPr>
          <p:cNvPr id="3" name="Picture 2" descr="D17-admin-queue-post-as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021257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คิวองค์กร (E)</a:t>
            </a:r>
          </a:p>
        </p:txBody>
      </p:sp>
      <p:pic>
        <p:nvPicPr>
          <p:cNvPr id="3" name="Picture 2" descr="E23-admin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021257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ตาราง Admin</a:t>
            </a:r>
          </a:p>
        </p:txBody>
      </p:sp>
      <p:pic>
        <p:nvPicPr>
          <p:cNvPr id="3" name="Picture 2" descr="I08-admin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Pool Admin (I)</a:t>
            </a:r>
          </a:p>
        </p:txBody>
      </p:sp>
      <p:pic>
        <p:nvPicPr>
          <p:cNvPr id="3" name="Picture 2" descr="I09-admin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330706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เนื้อหา Admin</a:t>
            </a:r>
          </a:p>
        </p:txBody>
      </p:sp>
      <p:pic>
        <p:nvPicPr>
          <p:cNvPr id="3" name="Picture 2" descr="C15-admin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408658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ทรัพยากร Admin</a:t>
            </a:r>
          </a:p>
        </p:txBody>
      </p:sp>
      <p:pic>
        <p:nvPicPr>
          <p:cNvPr id="3" name="Picture 2" descr="C16-admin-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7748016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จัดการ Pool — workflow</a:t>
            </a:r>
          </a:p>
        </p:txBody>
      </p:sp>
      <p:pic>
        <p:nvPicPr>
          <p:cNvPr id="3" name="Picture 2" descr="WF10-appointment-management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540154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นัดยืนยัน — workflow</a:t>
            </a:r>
          </a:p>
        </p:txBody>
      </p:sp>
      <p:pic>
        <p:nvPicPr>
          <p:cNvPr id="3" name="Picture 2" descr="WF11-appointment-confir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540154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คิว Health Meeting</a:t>
            </a:r>
          </a:p>
        </p:txBody>
      </p:sp>
      <p:pic>
        <p:nvPicPr>
          <p:cNvPr id="3" name="Picture 2" descr="WF10-appointment-management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540154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แดชบอร์ดหลังล็อกอิน (WF)</a:t>
            </a:r>
          </a:p>
        </p:txBody>
      </p:sp>
      <p:pic>
        <p:nvPicPr>
          <p:cNvPr id="3" name="Picture 2" descr="WF09-docto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1338560" cy="124960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1275</Words>
  <Application>Microsoft Office PowerPoint</Application>
  <PresentationFormat>Widescreen</PresentationFormat>
  <Paragraphs>189</Paragraphs>
  <Slides>94</Slides>
  <Notes>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Chirapath Saelim (Leo)</cp:lastModifiedBy>
  <cp:revision>2</cp:revision>
  <dcterms:created xsi:type="dcterms:W3CDTF">2013-01-27T09:14:16Z</dcterms:created>
  <dcterms:modified xsi:type="dcterms:W3CDTF">2026-05-22T11:20:25Z</dcterms:modified>
  <cp:category/>
</cp:coreProperties>
</file>